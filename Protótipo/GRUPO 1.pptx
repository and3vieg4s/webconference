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1" r:id="rId2"/>
    <p:sldId id="257" r:id="rId3"/>
    <p:sldId id="258" r:id="rId4"/>
    <p:sldId id="259" r:id="rId5"/>
    <p:sldId id="264" r:id="rId6"/>
    <p:sldId id="262" r:id="rId7"/>
    <p:sldId id="263" r:id="rId8"/>
    <p:sldId id="265" r:id="rId9"/>
    <p:sldId id="266" r:id="rId10"/>
    <p:sldId id="260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49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33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15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27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75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25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81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16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48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51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018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921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424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094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480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266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27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3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596D520-C523-4145-958D-139E600BFED9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B2CC785-8679-4E53-9C91-4F96314D4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18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GRUPO%201%20-%20Copia.pptx" TargetMode="External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4" Type="http://schemas.openxmlformats.org/officeDocument/2006/relationships/hyperlink" Target="GRUPO%201.pptx" TargetMode="Externa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slideLayout" Target="../slideLayouts/slideLayout2.xml" /><Relationship Id="rId1" Type="http://schemas.openxmlformats.org/officeDocument/2006/relationships/themeOverride" Target="../theme/themeOverride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GRUPO 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9824" y="3497457"/>
            <a:ext cx="3733799" cy="2576771"/>
          </a:xfrm>
        </p:spPr>
        <p:txBody>
          <a:bodyPr>
            <a:normAutofit/>
          </a:bodyPr>
          <a:lstStyle/>
          <a:p>
            <a:r>
              <a:rPr lang="pt-PT" sz="1800" dirty="0">
                <a:latin typeface="Arial" panose="020B0604020202020204" pitchFamily="34" charset="0"/>
                <a:cs typeface="Arial" panose="020B0604020202020204" pitchFamily="34" charset="0"/>
              </a:rPr>
              <a:t>António Cussicala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800" dirty="0">
                <a:latin typeface="Arial" panose="020B0604020202020204" pitchFamily="34" charset="0"/>
                <a:cs typeface="Arial" panose="020B0604020202020204" pitchFamily="34" charset="0"/>
              </a:rPr>
              <a:t>Ana Pereira </a:t>
            </a:r>
          </a:p>
          <a:p>
            <a:r>
              <a:rPr lang="pt-PT" sz="1800" dirty="0">
                <a:latin typeface="Arial" panose="020B0604020202020204" pitchFamily="34" charset="0"/>
                <a:cs typeface="Arial" panose="020B0604020202020204" pitchFamily="34" charset="0"/>
              </a:rPr>
              <a:t>António Costa</a:t>
            </a:r>
          </a:p>
          <a:p>
            <a:r>
              <a:rPr lang="pt-PT" sz="1800" dirty="0">
                <a:latin typeface="Arial" panose="020B0604020202020204" pitchFamily="34" charset="0"/>
                <a:cs typeface="Arial" panose="020B0604020202020204" pitchFamily="34" charset="0"/>
              </a:rPr>
              <a:t>Aguinaldo João </a:t>
            </a:r>
          </a:p>
          <a:p>
            <a:r>
              <a:rPr lang="pt-PT" sz="1800" dirty="0">
                <a:latin typeface="Arial" panose="020B0604020202020204" pitchFamily="34" charset="0"/>
                <a:cs typeface="Arial" panose="020B0604020202020204" pitchFamily="34" charset="0"/>
              </a:rPr>
              <a:t>André Viegas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8614590" y="5473337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Prof-Mário Muondo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319438" y="2430062"/>
            <a:ext cx="5553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STM- Sistema de turismo de museus</a:t>
            </a: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7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Objetivo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72682" y="2662519"/>
            <a:ext cx="8946541" cy="4195481"/>
          </a:xfrm>
        </p:spPr>
        <p:txBody>
          <a:bodyPr/>
          <a:lstStyle/>
          <a:p>
            <a:r>
              <a:rPr lang="pt-PT" b="1" dirty="0"/>
              <a:t>Aproximar os estudantes e turistas do património histórico e cultural de Angola,tornando os museus mais conhecidos e acessíveis.</a:t>
            </a:r>
          </a:p>
        </p:txBody>
      </p:sp>
    </p:spTree>
    <p:extLst>
      <p:ext uri="{BB962C8B-B14F-4D97-AF65-F5344CB8AC3E}">
        <p14:creationId xmlns:p14="http://schemas.microsoft.com/office/powerpoint/2010/main" val="153332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531" y="600891"/>
            <a:ext cx="4911635" cy="5708453"/>
          </a:xfrm>
          <a:prstGeom prst="rect">
            <a:avLst/>
          </a:prstGeom>
        </p:spPr>
      </p:pic>
      <p:sp>
        <p:nvSpPr>
          <p:cNvPr id="5" name="Retângulo Arredondado 4"/>
          <p:cNvSpPr/>
          <p:nvPr/>
        </p:nvSpPr>
        <p:spPr>
          <a:xfrm>
            <a:off x="4822902" y="1808254"/>
            <a:ext cx="1985554" cy="2687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</a:rPr>
              <a:t>login</a:t>
            </a:r>
            <a:endParaRPr lang="pt-B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" name="Retângulo Arredondado 5"/>
          <p:cNvSpPr/>
          <p:nvPr/>
        </p:nvSpPr>
        <p:spPr>
          <a:xfrm>
            <a:off x="4822902" y="2456468"/>
            <a:ext cx="1985554" cy="5218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</a:rPr>
              <a:t>Iniciar sessão</a:t>
            </a:r>
            <a:endParaRPr lang="pt-B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" name="Retângulo Arredondado 6"/>
          <p:cNvSpPr/>
          <p:nvPr/>
        </p:nvSpPr>
        <p:spPr>
          <a:xfrm>
            <a:off x="4822902" y="3115491"/>
            <a:ext cx="1985554" cy="56170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</a:rPr>
              <a:t>entrar</a:t>
            </a:r>
            <a:endParaRPr lang="pt-B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123245" y="5394960"/>
            <a:ext cx="1384867" cy="335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WWW.STM.COM</a:t>
            </a:r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45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273" y="509467"/>
            <a:ext cx="4096322" cy="5630061"/>
          </a:xfrm>
          <a:prstGeom prst="rect">
            <a:avLst/>
          </a:prstGeom>
        </p:spPr>
      </p:pic>
      <p:sp>
        <p:nvSpPr>
          <p:cNvPr id="6" name="Retângulo Arredondado 5"/>
          <p:cNvSpPr/>
          <p:nvPr/>
        </p:nvSpPr>
        <p:spPr>
          <a:xfrm>
            <a:off x="4872446" y="2494974"/>
            <a:ext cx="1985554" cy="2873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N de processo</a:t>
            </a:r>
            <a:endParaRPr lang="pt-BR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Retângulo Arredondado 6"/>
          <p:cNvSpPr/>
          <p:nvPr/>
        </p:nvSpPr>
        <p:spPr>
          <a:xfrm>
            <a:off x="4872446" y="2965270"/>
            <a:ext cx="1985554" cy="3788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Nome completo</a:t>
            </a:r>
          </a:p>
        </p:txBody>
      </p:sp>
      <p:sp>
        <p:nvSpPr>
          <p:cNvPr id="2" name="Seta para a Esquerda 1"/>
          <p:cNvSpPr/>
          <p:nvPr/>
        </p:nvSpPr>
        <p:spPr>
          <a:xfrm>
            <a:off x="4872446" y="1371600"/>
            <a:ext cx="352697" cy="248194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Retângulo Arredondado 4"/>
          <p:cNvSpPr/>
          <p:nvPr/>
        </p:nvSpPr>
        <p:spPr>
          <a:xfrm>
            <a:off x="4872446" y="3553164"/>
            <a:ext cx="1985554" cy="3788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AUTENTICAR</a:t>
            </a:r>
            <a:endParaRPr lang="pt-BR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32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365" y="561701"/>
            <a:ext cx="4911635" cy="5708453"/>
          </a:xfrm>
          <a:prstGeom prst="rect">
            <a:avLst/>
          </a:prstGeom>
        </p:spPr>
      </p:pic>
      <p:sp>
        <p:nvSpPr>
          <p:cNvPr id="5" name="Retângulo Arredondado 4"/>
          <p:cNvSpPr/>
          <p:nvPr/>
        </p:nvSpPr>
        <p:spPr>
          <a:xfrm>
            <a:off x="4506686" y="1410789"/>
            <a:ext cx="2481943" cy="3396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BEM-VINDO </a:t>
            </a:r>
            <a:endParaRPr lang="pt-BR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Retângulo Arredondado 7"/>
          <p:cNvSpPr/>
          <p:nvPr/>
        </p:nvSpPr>
        <p:spPr>
          <a:xfrm>
            <a:off x="4506686" y="1985554"/>
            <a:ext cx="1071154" cy="2351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Inicio</a:t>
            </a:r>
            <a:endParaRPr lang="pt-BR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Retângulo Arredondado 8">
            <a:hlinkClick r:id="rId3" action="ppaction://hlinkpres?slideindex=1&amp;slidetitle="/>
          </p:cNvPr>
          <p:cNvSpPr/>
          <p:nvPr/>
        </p:nvSpPr>
        <p:spPr>
          <a:xfrm>
            <a:off x="4506686" y="2468878"/>
            <a:ext cx="1071154" cy="3004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hlinkClick r:id="rId4" action="ppaction://hlinkpres?slideindex=1&amp;slidetitle="/>
              </a:rPr>
              <a:t>Museus</a:t>
            </a:r>
            <a:endParaRPr lang="pt-BR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Retângulo Arredondado 11"/>
          <p:cNvSpPr/>
          <p:nvPr/>
        </p:nvSpPr>
        <p:spPr>
          <a:xfrm>
            <a:off x="4506686" y="3017519"/>
            <a:ext cx="1071154" cy="2808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Explorar</a:t>
            </a:r>
            <a:endParaRPr lang="pt-BR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Retângulo Arredondado 13"/>
          <p:cNvSpPr/>
          <p:nvPr/>
        </p:nvSpPr>
        <p:spPr>
          <a:xfrm>
            <a:off x="4506686" y="3546554"/>
            <a:ext cx="1071154" cy="2416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sobre</a:t>
            </a:r>
            <a:endParaRPr lang="pt-BR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8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MUSEU DA MOEDA</a:t>
            </a:r>
            <a:endParaRPr lang="pt-BR" dirty="0"/>
          </a:p>
        </p:txBody>
      </p:sp>
      <p:pic>
        <p:nvPicPr>
          <p:cNvPr id="8" name="Espaço Reservado para Conteú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370" y="2596652"/>
            <a:ext cx="4819259" cy="3317875"/>
          </a:xfrm>
        </p:spPr>
      </p:pic>
    </p:spTree>
    <p:extLst>
      <p:ext uri="{BB962C8B-B14F-4D97-AF65-F5344CB8AC3E}">
        <p14:creationId xmlns:p14="http://schemas.microsoft.com/office/powerpoint/2010/main" val="326143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MUSEU DA ESCRAVATURA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639" y="2675029"/>
            <a:ext cx="4458721" cy="3317875"/>
          </a:xfrm>
        </p:spPr>
      </p:pic>
    </p:spTree>
    <p:extLst>
      <p:ext uri="{BB962C8B-B14F-4D97-AF65-F5344CB8AC3E}">
        <p14:creationId xmlns:p14="http://schemas.microsoft.com/office/powerpoint/2010/main" val="148631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99905" y="1541417"/>
            <a:ext cx="9601196" cy="1384662"/>
          </a:xfrm>
        </p:spPr>
        <p:txBody>
          <a:bodyPr>
            <a:normAutofit fontScale="90000"/>
          </a:bodyPr>
          <a:lstStyle/>
          <a:p>
            <a:r>
              <a:rPr lang="pt-BR" dirty="0"/>
              <a:t>Museu Nacional </a:t>
            </a:r>
            <a:r>
              <a:rPr lang="pt-BR" sz="4900" dirty="0"/>
              <a:t>de</a:t>
            </a:r>
            <a:r>
              <a:rPr lang="pt-BR" dirty="0"/>
              <a:t> História Militar</a:t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623" y="2487915"/>
            <a:ext cx="4937760" cy="362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84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Museu Da História Natural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286" y="2540167"/>
            <a:ext cx="4245428" cy="35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608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3312" y="2586446"/>
            <a:ext cx="8946541" cy="3661953"/>
          </a:xfrm>
        </p:spPr>
        <p:txBody>
          <a:bodyPr>
            <a:normAutofit/>
          </a:bodyPr>
          <a:lstStyle/>
          <a:p>
            <a:pPr algn="ctr"/>
            <a:r>
              <a:rPr lang="pt-PT" sz="7200" dirty="0">
                <a:latin typeface="Arial" panose="020B0604020202020204" pitchFamily="34" charset="0"/>
                <a:cs typeface="Arial" panose="020B0604020202020204" pitchFamily="34" charset="0"/>
              </a:rPr>
              <a:t>Muito Obrigado</a:t>
            </a:r>
            <a:endParaRPr lang="pt-BR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79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Override1.xml><?xml version="1.0" encoding="utf-8"?>
<a:themeOverride xmlns:a="http://schemas.openxmlformats.org/drawingml/2006/main">
  <a:clrScheme name="Orgânico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73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Orgânico</vt:lpstr>
      <vt:lpstr>GRUPO 1</vt:lpstr>
      <vt:lpstr>Objetivo</vt:lpstr>
      <vt:lpstr>Apresentação do PowerPoint</vt:lpstr>
      <vt:lpstr>Apresentação do PowerPoint</vt:lpstr>
      <vt:lpstr>Apresentação do PowerPoint</vt:lpstr>
      <vt:lpstr>MUSEU DA MOEDA</vt:lpstr>
      <vt:lpstr>MUSEU DA ESCRAVATURA</vt:lpstr>
      <vt:lpstr>Museu Nacional de História Militar </vt:lpstr>
      <vt:lpstr>Museu Da História Natural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STM- Sistema de turismo de museus</dc:title>
  <dc:creator>António Cussycala</dc:creator>
  <cp:lastModifiedBy>André Viegas</cp:lastModifiedBy>
  <cp:revision>13</cp:revision>
  <dcterms:created xsi:type="dcterms:W3CDTF">2026-09-28T16:30:19Z</dcterms:created>
  <dcterms:modified xsi:type="dcterms:W3CDTF">2026-10-10T18:29:26Z</dcterms:modified>
</cp:coreProperties>
</file>